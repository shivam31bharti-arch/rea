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Home screen. Say the name, then the promise: no account, no subscription, nothing leaves the computer.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subscription receipt. Then the question every viewer asks: could one person really build this?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each app and the job it replaces. Point at the colour of each rail; that colour follows you into the app. Then say the one rule: nothing leaves the computer.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72px columns behind every screen, the square corners and the ink lines. No ribbon, no clutter.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This is the line people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apps. Keep each step under twenty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description for the download, then end on the Home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71635"/>
            <a:ext cx="457200" cy="71415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685971"/>
            <a:ext cx="7772400" cy="121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500" b="1" spc="-100" kern="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Paperlight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3000421"/>
            <a:ext cx="6429421" cy="64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90" dirty="0">
                <a:solidFill>
                  <a:srgbClr val="59595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free office suite, built from scratch on camera</a:t>
            </a:r>
            <a:endParaRPr lang="en-US" sz="16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1465"/>
            <a:ext cx="457200" cy="71415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85800"/>
            <a:ext cx="7772400" cy="78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40" b="1" spc="-100" kern="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Why build an office suite</a:t>
            </a:r>
            <a:endParaRPr lang="en-US" sz="3040" dirty="0"/>
          </a:p>
        </p:txBody>
      </p:sp>
      <p:sp>
        <p:nvSpPr>
          <p:cNvPr id="4" name="Text 2"/>
          <p:cNvSpPr/>
          <p:nvPr/>
        </p:nvSpPr>
        <p:spPr>
          <a:xfrm>
            <a:off x="685800" y="1685971"/>
            <a:ext cx="77724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32000"/>
              </a:lnSpc>
              <a:buSzPct val="100000"/>
              <a:buChar char="•"/>
            </a:pPr>
            <a:r>
              <a:rPr lang="en-US" sz="169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subscription to pay</a:t>
            </a:r>
            <a:endParaRPr lang="en-US" sz="1690" dirty="0"/>
          </a:p>
          <a:p>
            <a:pPr algn="l" marL="228600" indent="-228600">
              <a:lnSpc>
                <a:spcPct val="132000"/>
              </a:lnSpc>
              <a:buSzPct val="100000"/>
              <a:buChar char="•"/>
            </a:pPr>
            <a:r>
              <a:rPr lang="en-US" sz="169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Files stay on your computer</a:t>
            </a:r>
            <a:endParaRPr lang="en-US" sz="1690" dirty="0"/>
          </a:p>
          <a:p>
            <a:pPr algn="l" marL="228600" indent="-228600">
              <a:lnSpc>
                <a:spcPct val="132000"/>
              </a:lnSpc>
              <a:buSzPct val="100000"/>
              <a:buChar char="•"/>
            </a:pPr>
            <a:r>
              <a:rPr lang="en-US" sz="169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Opens and saves the formats people send you</a:t>
            </a:r>
            <a:endParaRPr lang="en-US" sz="1690" dirty="0"/>
          </a:p>
        </p:txBody>
      </p:sp>
      <p:sp>
        <p:nvSpPr>
          <p:cNvPr id="5" name="Text 3"/>
          <p:cNvSpPr/>
          <p:nvPr/>
        </p:nvSpPr>
        <p:spPr>
          <a:xfrm>
            <a:off x="685800" y="4743450"/>
            <a:ext cx="5000671" cy="200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59595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Paperlight launch talk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7029450" y="4743450"/>
            <a:ext cx="1428750" cy="200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9595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02 / 07</a:t>
            </a:r>
            <a:endParaRPr lang="en-US" sz="78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1465"/>
            <a:ext cx="457200" cy="71415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85800"/>
            <a:ext cx="7772400" cy="78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40" b="1" spc="-100" kern="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Four apps, one quiet desk</a:t>
            </a:r>
            <a:endParaRPr lang="en-US" sz="3040" dirty="0"/>
          </a:p>
        </p:txBody>
      </p:sp>
      <p:sp>
        <p:nvSpPr>
          <p:cNvPr id="4" name="Text 2"/>
          <p:cNvSpPr/>
          <p:nvPr/>
        </p:nvSpPr>
        <p:spPr>
          <a:xfrm>
            <a:off x="685800" y="1685971"/>
            <a:ext cx="77724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32000"/>
              </a:lnSpc>
              <a:buSzPct val="100000"/>
              <a:buChar char="•"/>
            </a:pPr>
            <a:r>
              <a:rPr lang="en-US" sz="169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Prose for documents</a:t>
            </a:r>
            <a:endParaRPr lang="en-US" sz="1690" dirty="0"/>
          </a:p>
          <a:p>
            <a:pPr algn="l" marL="228600" indent="-228600">
              <a:lnSpc>
                <a:spcPct val="132000"/>
              </a:lnSpc>
              <a:buSzPct val="100000"/>
              <a:buChar char="•"/>
            </a:pPr>
            <a:r>
              <a:rPr lang="en-US" sz="169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Cells for numbers</a:t>
            </a:r>
            <a:endParaRPr lang="en-US" sz="1690" dirty="0"/>
          </a:p>
          <a:p>
            <a:pPr algn="l" marL="228600" indent="-228600">
              <a:lnSpc>
                <a:spcPct val="132000"/>
              </a:lnSpc>
              <a:buSzPct val="100000"/>
              <a:buChar char="•"/>
            </a:pPr>
            <a:r>
              <a:rPr lang="en-US" sz="169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Deck for talks</a:t>
            </a:r>
            <a:endParaRPr lang="en-US" sz="1690" dirty="0"/>
          </a:p>
          <a:p>
            <a:pPr algn="l" marL="228600" indent="-228600">
              <a:lnSpc>
                <a:spcPct val="132000"/>
              </a:lnSpc>
              <a:buSzPct val="100000"/>
              <a:buChar char="•"/>
            </a:pPr>
            <a:r>
              <a:rPr lang="en-US" sz="169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Jotbook for notes</a:t>
            </a:r>
            <a:endParaRPr lang="en-US" sz="169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29421" y="2857500"/>
            <a:ext cx="1428750" cy="8572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29421" y="857250"/>
            <a:ext cx="1428750" cy="857250"/>
          </a:xfrm>
          <a:prstGeom prst="rect">
            <a:avLst/>
          </a:prstGeom>
          <a:solidFill>
            <a:srgbClr val="F2C23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743450"/>
            <a:ext cx="5000671" cy="200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59595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Paperlight launch talk</a:t>
            </a:r>
            <a:endParaRPr lang="en-US" sz="788" dirty="0"/>
          </a:p>
        </p:txBody>
      </p:sp>
      <p:sp>
        <p:nvSpPr>
          <p:cNvPr id="8" name="Text 5"/>
          <p:cNvSpPr/>
          <p:nvPr/>
        </p:nvSpPr>
        <p:spPr>
          <a:xfrm>
            <a:off x="7029450" y="4743450"/>
            <a:ext cx="1428750" cy="200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9595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03 / 07</a:t>
            </a:r>
            <a:endParaRPr lang="en-US" sz="78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57250"/>
            <a:ext cx="457200" cy="71415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71585"/>
            <a:ext cx="4286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250" b="1" spc="-100" kern="0" dirty="0">
                <a:solidFill>
                  <a:srgbClr val="8C6A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04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685800" y="3000421"/>
            <a:ext cx="7772400" cy="928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80" b="1" spc="-100" kern="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Swiss Grid design</a:t>
            </a:r>
            <a:endParaRPr lang="en-US" sz="3380" dirty="0"/>
          </a:p>
        </p:txBody>
      </p:sp>
      <p:sp>
        <p:nvSpPr>
          <p:cNvPr id="5" name="Text 3"/>
          <p:cNvSpPr/>
          <p:nvPr/>
        </p:nvSpPr>
        <p:spPr>
          <a:xfrm>
            <a:off x="685800" y="4743450"/>
            <a:ext cx="5000671" cy="200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59595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Paperlight launch talk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7029450" y="4743450"/>
            <a:ext cx="1428750" cy="200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9595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04 / 07</a:t>
            </a:r>
            <a:endParaRPr lang="en-US" sz="7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071585"/>
            <a:ext cx="457200" cy="71415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85921"/>
            <a:ext cx="77724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80" b="1" spc="-100" kern="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Your files stay on this computer.</a:t>
            </a:r>
            <a:endParaRPr lang="en-US" sz="42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71465"/>
            <a:ext cx="457200" cy="71415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85800"/>
            <a:ext cx="7772400" cy="785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40" b="1" spc="-100" kern="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Live demo</a:t>
            </a:r>
            <a:endParaRPr lang="en-US" sz="3040" dirty="0"/>
          </a:p>
        </p:txBody>
      </p:sp>
      <p:sp>
        <p:nvSpPr>
          <p:cNvPr id="4" name="Text 2"/>
          <p:cNvSpPr/>
          <p:nvPr/>
        </p:nvSpPr>
        <p:spPr>
          <a:xfrm>
            <a:off x="685800" y="1685971"/>
            <a:ext cx="3800521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32000"/>
              </a:lnSpc>
              <a:buSzPct val="100000"/>
              <a:buChar char="•"/>
            </a:pPr>
            <a:r>
              <a:rPr lang="en-US" sz="158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Write a script in Prose</a:t>
            </a:r>
            <a:endParaRPr lang="en-US" sz="1580" dirty="0"/>
          </a:p>
          <a:p>
            <a:pPr algn="l" marL="228600" indent="-228600">
              <a:lnSpc>
                <a:spcPct val="132000"/>
              </a:lnSpc>
              <a:buSzPct val="100000"/>
              <a:buChar char="•"/>
            </a:pPr>
            <a:r>
              <a:rPr lang="en-US" sz="158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 the views in Cells</a:t>
            </a:r>
            <a:endParaRPr lang="en-US" sz="1580" dirty="0"/>
          </a:p>
        </p:txBody>
      </p:sp>
      <p:sp>
        <p:nvSpPr>
          <p:cNvPr id="5" name="Text 3"/>
          <p:cNvSpPr/>
          <p:nvPr/>
        </p:nvSpPr>
        <p:spPr>
          <a:xfrm>
            <a:off x="4657771" y="1685971"/>
            <a:ext cx="3800521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32000"/>
              </a:lnSpc>
              <a:buSzPct val="100000"/>
              <a:buChar char="•"/>
            </a:pPr>
            <a:r>
              <a:rPr lang="en-US" sz="158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Plan the talk in Deck</a:t>
            </a:r>
            <a:endParaRPr lang="en-US" sz="1580" dirty="0"/>
          </a:p>
          <a:p>
            <a:pPr algn="l" marL="228600" indent="-228600">
              <a:lnSpc>
                <a:spcPct val="132000"/>
              </a:lnSpc>
              <a:buSzPct val="100000"/>
              <a:buChar char="•"/>
            </a:pPr>
            <a:r>
              <a:rPr lang="en-US" sz="158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Keep notes in Jotbook</a:t>
            </a:r>
            <a:endParaRPr lang="en-US" sz="1580" dirty="0"/>
          </a:p>
        </p:txBody>
      </p:sp>
      <p:sp>
        <p:nvSpPr>
          <p:cNvPr id="6" name="Text 4"/>
          <p:cNvSpPr/>
          <p:nvPr/>
        </p:nvSpPr>
        <p:spPr>
          <a:xfrm>
            <a:off x="685800" y="4743450"/>
            <a:ext cx="5000671" cy="200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8" dirty="0">
                <a:solidFill>
                  <a:srgbClr val="59595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Paperlight launch talk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7029450" y="4743450"/>
            <a:ext cx="1428750" cy="200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9595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06 / 07</a:t>
            </a:r>
            <a:endParaRPr lang="en-US" sz="78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71635"/>
            <a:ext cx="457200" cy="71415"/>
          </a:xfrm>
          <a:prstGeom prst="rect">
            <a:avLst/>
          </a:prstGeom>
          <a:solidFill>
            <a:srgbClr val="F2C230"/>
          </a:solidFill>
          <a:ln w="12700">
            <a:solidFill>
              <a:srgbClr val="F2C2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685971"/>
            <a:ext cx="7772400" cy="121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500" b="1" spc="-100" kern="0" dirty="0">
                <a:solidFill>
                  <a:srgbClr val="11111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Thank you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85800" y="3000421"/>
            <a:ext cx="6429421" cy="64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90" dirty="0">
                <a:solidFill>
                  <a:srgbClr val="59595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Paperlight · free and local</a:t>
            </a:r>
            <a:endParaRPr lang="en-US" sz="16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Paperlight launch talk</dc:title>
  <dc:subject>PptxGenJS Presentation</dc:subject>
  <dc:creator>Paperlight</dc:creator>
  <cp:lastModifiedBy>Paperlight</cp:lastModifiedBy>
  <cp:revision>1</cp:revision>
  <dcterms:created xsi:type="dcterms:W3CDTF">2026-10-21T20:32:16Z</dcterms:created>
  <dcterms:modified xsi:type="dcterms:W3CDTF">2026-10-21T20:32:16Z</dcterms:modified>
</cp:coreProperties>
</file>